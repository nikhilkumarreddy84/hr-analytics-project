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77" d="100"/>
          <a:sy n="77" d="100"/>
        </p:scale>
        <p:origin x="268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30621-8671-4004-9B42-86CB7311C9A2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FF55B-3FC0-48EF-85E5-CD23F42D84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21302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30621-8671-4004-9B42-86CB7311C9A2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37AFF55B-3FC0-48EF-85E5-CD23F42D84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60579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30621-8671-4004-9B42-86CB7311C9A2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FF55B-3FC0-48EF-85E5-CD23F42D84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92358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30621-8671-4004-9B42-86CB7311C9A2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FF55B-3FC0-48EF-85E5-CD23F42D84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2039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30621-8671-4004-9B42-86CB7311C9A2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FF55B-3FC0-48EF-85E5-CD23F42D84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78743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30621-8671-4004-9B42-86CB7311C9A2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FF55B-3FC0-48EF-85E5-CD23F42D84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90670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30621-8671-4004-9B42-86CB7311C9A2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FF55B-3FC0-48EF-85E5-CD23F42D84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4215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30621-8671-4004-9B42-86CB7311C9A2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FF55B-3FC0-48EF-85E5-CD23F42D84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13562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30621-8671-4004-9B42-86CB7311C9A2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FF55B-3FC0-48EF-85E5-CD23F42D84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669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30621-8671-4004-9B42-86CB7311C9A2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FF55B-3FC0-48EF-85E5-CD23F42D84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23754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30621-8671-4004-9B42-86CB7311C9A2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FF55B-3FC0-48EF-85E5-CD23F42D84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4234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30621-8671-4004-9B42-86CB7311C9A2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FF55B-3FC0-48EF-85E5-CD23F42D84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10593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30621-8671-4004-9B42-86CB7311C9A2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FF55B-3FC0-48EF-85E5-CD23F42D84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398622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30621-8671-4004-9B42-86CB7311C9A2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FF55B-3FC0-48EF-85E5-CD23F42D84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503210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30621-8671-4004-9B42-86CB7311C9A2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FF55B-3FC0-48EF-85E5-CD23F42D84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366487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30621-8671-4004-9B42-86CB7311C9A2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FF55B-3FC0-48EF-85E5-CD23F42D84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12822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30621-8671-4004-9B42-86CB7311C9A2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FF55B-3FC0-48EF-85E5-CD23F42D84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43688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9EB30621-8671-4004-9B42-86CB7311C9A2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37AFF55B-3FC0-48EF-85E5-CD23F42D84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2673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E0F0C8-96DA-28BD-0246-D33444AAF3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13151" y="612476"/>
            <a:ext cx="6371460" cy="1147314"/>
          </a:xfrm>
        </p:spPr>
        <p:txBody>
          <a:bodyPr>
            <a:normAutofit/>
          </a:bodyPr>
          <a:lstStyle/>
          <a:p>
            <a:r>
              <a:rPr lang="en-US" sz="5400" i="1" dirty="0">
                <a:solidFill>
                  <a:schemeClr val="accent6">
                    <a:lumMod val="75000"/>
                  </a:schemeClr>
                </a:solidFill>
              </a:rPr>
              <a:t>HR Analysis project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778624C-90DB-41D1-76C8-3A89366E78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31457" y="3987641"/>
            <a:ext cx="6142007" cy="1723046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Name : Nikhil Kumar Reddy</a:t>
            </a:r>
          </a:p>
          <a:p>
            <a:r>
              <a:rPr lang="en-US" dirty="0"/>
              <a:t>Email:nikhilkumarreddy1354@gmail.com</a:t>
            </a:r>
          </a:p>
          <a:p>
            <a:r>
              <a:rPr lang="en-US" dirty="0"/>
              <a:t>Course : CDA</a:t>
            </a:r>
          </a:p>
          <a:p>
            <a:r>
              <a:rPr lang="en-US" dirty="0"/>
              <a:t>Batch:10</a:t>
            </a:r>
            <a:r>
              <a:rPr lang="en-US" baseline="30000" dirty="0"/>
              <a:t>th</a:t>
            </a:r>
            <a:r>
              <a:rPr lang="en-US" dirty="0"/>
              <a:t> Nov</a:t>
            </a:r>
          </a:p>
          <a:p>
            <a:r>
              <a:rPr lang="en-US" dirty="0"/>
              <a:t> 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3C6BFD-E34B-9F0D-7A14-A8E599B18D7E}"/>
              </a:ext>
            </a:extLst>
          </p:cNvPr>
          <p:cNvSpPr txBox="1"/>
          <p:nvPr/>
        </p:nvSpPr>
        <p:spPr>
          <a:xfrm>
            <a:off x="6366294" y="1664899"/>
            <a:ext cx="433908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i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Comprehensive HR Insights Dashboard</a:t>
            </a:r>
          </a:p>
        </p:txBody>
      </p:sp>
    </p:spTree>
    <p:extLst>
      <p:ext uri="{BB962C8B-B14F-4D97-AF65-F5344CB8AC3E}">
        <p14:creationId xmlns:p14="http://schemas.microsoft.com/office/powerpoint/2010/main" val="3309998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4EBE96-BACC-A2A1-3E7E-F95C47E0E7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396814"/>
            <a:ext cx="10018713" cy="1354347"/>
          </a:xfrm>
        </p:spPr>
        <p:txBody>
          <a:bodyPr/>
          <a:lstStyle/>
          <a:p>
            <a:r>
              <a:rPr lang="en-US" u="sng" dirty="0">
                <a:solidFill>
                  <a:schemeClr val="accent6">
                    <a:lumMod val="75000"/>
                  </a:schemeClr>
                </a:solidFill>
              </a:rPr>
              <a:t>Motivation to choose dataset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C448C8-BDEA-CFED-7F1B-F99AFD9824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639019"/>
            <a:ext cx="10018713" cy="4152181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This dataset was selected because it provides </a:t>
            </a:r>
            <a:r>
              <a:rPr lang="en-US" b="1" dirty="0"/>
              <a:t>comprehensive employee information</a:t>
            </a:r>
            <a:r>
              <a:rPr lang="en-US" dirty="0"/>
              <a:t> across multiple dimensions such as </a:t>
            </a:r>
            <a:r>
              <a:rPr lang="en-US" b="1" dirty="0"/>
              <a:t>location, department, gender, race, and hiring trends</a:t>
            </a:r>
            <a:r>
              <a:rPr lang="en-US" dirty="0"/>
              <a:t>. It enables meaningful insights into </a:t>
            </a:r>
            <a:r>
              <a:rPr lang="en-US" b="1" dirty="0"/>
              <a:t>workforce distribution, diversity, and organizational growth</a:t>
            </a:r>
            <a:r>
              <a:rPr lang="en-US" dirty="0"/>
              <a:t>. By analyzing this data, we can identify </a:t>
            </a:r>
            <a:r>
              <a:rPr lang="en-US" b="1" dirty="0"/>
              <a:t>patterns in hiring, departmental strength, and regional concentration</a:t>
            </a:r>
            <a:r>
              <a:rPr lang="en-US" dirty="0"/>
              <a:t>, helping HR teams make </a:t>
            </a:r>
            <a:r>
              <a:rPr lang="en-US" b="1" dirty="0"/>
              <a:t>data‑driven decisions</a:t>
            </a:r>
            <a:r>
              <a:rPr lang="en-US" dirty="0"/>
              <a:t> to improve recruitment strategies, diversity initiatives, and employee retention.</a:t>
            </a:r>
          </a:p>
        </p:txBody>
      </p:sp>
    </p:spTree>
    <p:extLst>
      <p:ext uri="{BB962C8B-B14F-4D97-AF65-F5344CB8AC3E}">
        <p14:creationId xmlns:p14="http://schemas.microsoft.com/office/powerpoint/2010/main" val="27705232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818F47-5182-70B0-7999-83D8388EF7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0"/>
            <a:ext cx="10018713" cy="802257"/>
          </a:xfrm>
        </p:spPr>
        <p:txBody>
          <a:bodyPr>
            <a:normAutofit/>
          </a:bodyPr>
          <a:lstStyle/>
          <a:p>
            <a:r>
              <a:rPr lang="en-US" sz="3600" u="sng" dirty="0">
                <a:solidFill>
                  <a:srgbClr val="7030A0"/>
                </a:solidFill>
              </a:rPr>
              <a:t>Process of doing project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A55494F-D263-B6AD-46BD-A04EEE3DA8A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061713" y="1064628"/>
            <a:ext cx="9441312" cy="5632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Collection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Gather the employee dataset containing details like age, gender, department, location, race, and hire dates.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Cleaning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Remove duplicates, handle missing values, and ensure consistent formatting for accurate analysis.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Transformation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Convert data types, create calculated columns (e.g., age groups, location categories), and prepare it for visualization.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Analysis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Use tools like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Power BI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or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Tableau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explore patterns and relationships (e.g., hiring trends, diversity, department strength).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Visualization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Build interactive dashboards showing key metrics such as total employees, gender ratio, department counts, and location distribution.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Insights &amp; Interpretation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Identify trends (e.g., most employees in Ohio, engineering as largest department) and draw conclusions for HR strategy.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Presentation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Summarize findings in a clear, visual, and professional PowerPoint deck for decision‑makers.</a:t>
            </a:r>
          </a:p>
        </p:txBody>
      </p:sp>
    </p:spTree>
    <p:extLst>
      <p:ext uri="{BB962C8B-B14F-4D97-AF65-F5344CB8AC3E}">
        <p14:creationId xmlns:p14="http://schemas.microsoft.com/office/powerpoint/2010/main" val="10963025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D33FCF5-11AE-0C88-B874-010DB5F51C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2098" y="327804"/>
            <a:ext cx="9721194" cy="5874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04086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C136B86-B6DC-31BA-B1AB-FD3CCA8E94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3093" y="216430"/>
            <a:ext cx="9336083" cy="5873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02326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E4B685-1927-2300-9B3F-094CD49A53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03849"/>
            <a:ext cx="10018713" cy="914400"/>
          </a:xfrm>
        </p:spPr>
        <p:txBody>
          <a:bodyPr>
            <a:normAutofit/>
          </a:bodyPr>
          <a:lstStyle/>
          <a:p>
            <a:r>
              <a:rPr lang="en-US" u="sng" dirty="0">
                <a:solidFill>
                  <a:schemeClr val="accent6">
                    <a:lumMod val="75000"/>
                  </a:schemeClr>
                </a:solidFill>
              </a:rPr>
              <a:t>Key Insights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2A8032A-55B5-D5A4-0FB8-84169AC0886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165230" y="1740956"/>
            <a:ext cx="9480671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Total Workforce: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company has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22K employees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with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17K at headquarters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5K working   remotely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showing strong centralization but growing remote flexibility.</a:t>
            </a:r>
            <a:endParaRPr lang="en-US" altLang="en-US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Age:</a:t>
            </a:r>
            <a:endParaRPr lang="en-US" altLang="en-US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average employee age is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38.43 years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indicating a mature and experienced workforce.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Hiring Trend: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Hiring peaked around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2000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remained stable over the years, reflecting consistent recruitment and retention.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Gender Diversity: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Workforce is well balanced —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51% male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46% female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3% non‑conforming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showing inclusivity.</a:t>
            </a:r>
          </a:p>
        </p:txBody>
      </p:sp>
    </p:spTree>
    <p:extLst>
      <p:ext uri="{BB962C8B-B14F-4D97-AF65-F5344CB8AC3E}">
        <p14:creationId xmlns:p14="http://schemas.microsoft.com/office/powerpoint/2010/main" val="4664568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66FA456-9A62-8438-531D-00F176BEE0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6729" y="1403906"/>
            <a:ext cx="10228730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Location Distribution: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Ohio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has the highest employee count (~20K), followed by Pennsylvania and Illinois, highlighting regional concentration.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Department Strength: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Engineering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leads with the largest number of employees (~6K), followed by Accounting and Sales     showing a strong technical foundation.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Racial Diversity: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Majority are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White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with good representation from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African American, Asian, and multiracial groups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indicating moderate diversity.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Remote vs HQ Ratio: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About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25% of employees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work remotely, suggesting adaptability to modern work models.</a:t>
            </a:r>
          </a:p>
        </p:txBody>
      </p:sp>
    </p:spTree>
    <p:extLst>
      <p:ext uri="{BB962C8B-B14F-4D97-AF65-F5344CB8AC3E}">
        <p14:creationId xmlns:p14="http://schemas.microsoft.com/office/powerpoint/2010/main" val="27954174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C1AED8-5EC8-BBD7-C73E-75982B454A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340658"/>
            <a:ext cx="10018713" cy="932329"/>
          </a:xfrm>
        </p:spPr>
        <p:txBody>
          <a:bodyPr>
            <a:normAutofit/>
          </a:bodyPr>
          <a:lstStyle/>
          <a:p>
            <a:r>
              <a:rPr lang="en-US" u="sng" dirty="0">
                <a:solidFill>
                  <a:srgbClr val="7030A0"/>
                </a:solidFill>
              </a:rPr>
              <a:t>Recommendations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0D9148D-A06E-FA5A-C42F-45EC2C30A8C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999129" y="1613646"/>
            <a:ext cx="9861177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Expand Recruitment Regions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Focus on hiring beyond Ohio to achieve a more balanced workforce distribution across states.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Enhance Diversity Programs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Strengthen initiatives to increase representation from underrepresented racial and gender groups.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Promote Remote Work Opportunities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With 25% of employees already remote, expanding flexible work options can improve retention and attract wider talent.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Invest in Engineering and Technical Training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As Engineering is the largest department, continuous skill development will sustain innovation and productivity.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Monitor Age Demographics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The average age of 38.43 suggests an experienced workforce; plan succession strategies to maintain knowledge transfer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363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18DE22-57BD-5D38-E2A4-C77CF94B04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0240" y="174568"/>
            <a:ext cx="9582784" cy="892232"/>
          </a:xfrm>
        </p:spPr>
        <p:txBody>
          <a:bodyPr/>
          <a:lstStyle/>
          <a:p>
            <a:r>
              <a:rPr lang="en-US" u="sng" dirty="0">
                <a:solidFill>
                  <a:schemeClr val="accent6">
                    <a:lumMod val="50000"/>
                  </a:schemeClr>
                </a:solidFill>
              </a:rPr>
              <a:t>Conclusion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6E33EFF-0B9E-DE9E-A37D-F4D2DFE1584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078181" y="1394017"/>
            <a:ext cx="9424843" cy="49485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dataset provided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comprehensive view of employee demographics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including age, gender, race, department, and location.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Analysis revealed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strong concentration of employees in Ohio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dominant Engineering department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highlighting organizational strengths.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Workforce diversity is improving, with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balanced gender representation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moderate racial diversity.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Hiring trends show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stability after 2000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reflecting consistent recruitment and retention practices.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Remote work adoption (~25%) indicates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flexibility and adaptability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modern work models.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average age of 38.43 years suggests an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experienced workforce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requiring succession planning for future sustainability.</a:t>
            </a:r>
          </a:p>
        </p:txBody>
      </p:sp>
    </p:spTree>
    <p:extLst>
      <p:ext uri="{BB962C8B-B14F-4D97-AF65-F5344CB8AC3E}">
        <p14:creationId xmlns:p14="http://schemas.microsoft.com/office/powerpoint/2010/main" val="313427006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54</TotalTime>
  <Words>679</Words>
  <Application>Microsoft Office PowerPoint</Application>
  <PresentationFormat>Widescreen</PresentationFormat>
  <Paragraphs>68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Corbel</vt:lpstr>
      <vt:lpstr>Parallax</vt:lpstr>
      <vt:lpstr>HR Analysis project</vt:lpstr>
      <vt:lpstr>Motivation to choose dataset </vt:lpstr>
      <vt:lpstr>Process of doing project</vt:lpstr>
      <vt:lpstr>PowerPoint Presentation</vt:lpstr>
      <vt:lpstr>PowerPoint Presentation</vt:lpstr>
      <vt:lpstr>Key Insights</vt:lpstr>
      <vt:lpstr>PowerPoint Presentation</vt:lpstr>
      <vt:lpstr>Recommendations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krish reddy</dc:creator>
  <cp:lastModifiedBy>krish reddy</cp:lastModifiedBy>
  <cp:revision>1</cp:revision>
  <dcterms:created xsi:type="dcterms:W3CDTF">2026-05-20T10:05:15Z</dcterms:created>
  <dcterms:modified xsi:type="dcterms:W3CDTF">2026-05-20T11:00:10Z</dcterms:modified>
</cp:coreProperties>
</file>